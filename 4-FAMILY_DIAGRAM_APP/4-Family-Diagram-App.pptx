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Family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 App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Visualizing Emotional Process Over Time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4 of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alaskafamilysystems.com/family-diagram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we talked about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morning lives in this app.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abstract framework to concrete tool.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 + Timeline — Linked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6576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36576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373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219456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structure + emotional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symbols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as you move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timeline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54880" y="1554480"/>
            <a:ext cx="36576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554480"/>
            <a:ext cx="365760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7373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5029200" y="219456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births, deaths, cutoffs,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events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shift, not the judgment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genogram (static snapshot, no predictive model).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17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Timeline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08760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family's process unfold over decades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18872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173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SARF Built In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532120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S, A, R, F trackable over time — including triangle views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60604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260604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8346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50876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person, event type, date range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754880" y="260604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54880" y="260604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8346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Mode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53212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Laura will show her case next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Martin Family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minutes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Brings You In?"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1887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16-year-old named Matt is having panic attacks.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parents say it's school stress.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enter this family the way the data actually comes in —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 interview.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603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3716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SARF / 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S: up. A: up. "Panic attacks"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Karen (Jim)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child: Matt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Karen (Jim)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child: Sarah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Going on in the Family?"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3716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SARF / 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R: conflict (Jim). A: up.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R: toward Ruth. A: up.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2018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for college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S: up. Cancer diagnosis.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came in jumbled. The timeline puts it in order.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Sequence Emerges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82880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1188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Ruth's cancer diagnosis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92608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 shifts toward Ruth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02336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468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Karen/Jim conflict rises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3108960"/>
            <a:ext cx="5120640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108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3504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 leaves for college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621792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Matt's panic attacks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panic attacks are the last thing that happened, not the first.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Formulation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411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1887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Ruth's cancer → acute anxiety (uncertainty + urgency)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768096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37360"/>
            <a:ext cx="54864" cy="411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3736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 shifts toward Ruth → away from Jim and nuclear family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286000"/>
            <a:ext cx="54864" cy="411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286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destabilizes → conflict rises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768096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2834640"/>
            <a:ext cx="54864" cy="411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8346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 leaves → removes tension absorber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383280"/>
            <a:ext cx="768096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383280"/>
            <a:ext cx="54864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3832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is now the only child with two anxious, conflicting parents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→ A → S.  If you only look at Matt, you miss the process.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Seminar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18288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4173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417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Zoom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97280" y="20116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of practice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Falsifiable thinking + data collection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using the app, coding cases, sharpening thinking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example: Dr. Havstad — who you're about to see.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showed you the tool.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Laura is going to show you what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looks like when a clinician uses it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 real case.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alaskafamilysystems.com/family-diagram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Family Diagram App</dc:title>
  <dc:subject>PptxGenJS Presentation</dc:subject>
  <dc:creator>Dr. Patrick Stinson</dc:creator>
  <cp:lastModifiedBy>Dr. Patrick Stinson</cp:lastModifiedBy>
  <cp:revision>1</cp:revision>
  <dcterms:created xsi:type="dcterms:W3CDTF">2026-02-25T02:14:50Z</dcterms:created>
  <dcterms:modified xsi:type="dcterms:W3CDTF">2026-02-25T02:14:50Z</dcterms:modified>
</cp:coreProperties>
</file>
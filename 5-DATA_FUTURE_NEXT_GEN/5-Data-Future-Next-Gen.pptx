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the Future,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 Generation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5 of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all of this add up to?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in One Breath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54864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0972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is broken, and the pattern that keeps it broken is ancient and biological.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783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framework — four variables — that gives us something to measure.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" cy="548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4688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actually research it. Ground truth set by humans, scaled by machines.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15468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154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tool, live. Laura showed what it looks like in a real case.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54864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what does all of this add up to?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 Right 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801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1887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model (SARF) minimal enough to test, rich enough to capture what matters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1520" y="192024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192024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116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202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pipeline (IRR → AI) that we built and are using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31520" y="265176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4320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2651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tools already in clinicians' hands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31520" y="338328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338328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747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383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working group of people who showed up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4"/>
          <p:cNvSpPr/>
          <p:nvPr/>
        </p:nvSpPr>
        <p:spPr>
          <a:xfrm>
            <a:off x="1005840" y="41148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pitch deck. This is what exists today.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Starts to Compound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clinician is an island.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die with their caseload.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Shared Variables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accumulate across practitioners.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trainee in Brazil and a trainee in Alaska get comparable results.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60520" y="2011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Thinking Spreads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188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coding a case changes how you think.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88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it continuously makes you better.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clinician with a clear mental model makes better decisions.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10896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clinician without one is navigating by feel.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7680960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84048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don't need software. You need a pencil and a timeline.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have to be an engineer.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12344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801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207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Your Own Thinking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17320" y="1600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family. Put dates on the shifts. A whiteboard works.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09728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097280"/>
            <a:ext cx="54864" cy="12344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801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0680" y="1207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Tools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440680" y="1600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app available now. Personal app coming — clients generate their own assessment.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31520" y="260604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606040"/>
            <a:ext cx="54864" cy="12344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7889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2715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Seminar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417320" y="3108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Zoom. A working group learning to see process by practicing on real cases.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754880" y="260604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54880" y="2606040"/>
            <a:ext cx="54864" cy="12344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7889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0680" y="2715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Cases for IRR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440680" y="3108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needs trained coders. That's clinicians. You are the humans.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observation, recorded clearly enough that someone else can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isn't hopeless —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unmeasured.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unmeasured is fixable.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6517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generation of this work isn't a technology.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way of thinking — looking at the family,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what you see, and letting your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be tested.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can start that on Monday.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for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spending the day.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8346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alaskafamilysystems.com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Patrick Stinson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the Future, the Next Generation</dc:title>
  <dc:subject>PptxGenJS Presentation</dc:subject>
  <dc:creator>Dr. Patrick Stinson</dc:creator>
  <cp:lastModifiedBy>Dr. Patrick Stinson</cp:lastModifiedBy>
  <cp:revision>1</cp:revision>
  <dcterms:created xsi:type="dcterms:W3CDTF">2026-02-25T02:14:51Z</dcterms:created>
  <dcterms:modified xsi:type="dcterms:W3CDTF">2026-02-25T02:14:51Z</dcterms:modified>
</cp:coreProperties>
</file>
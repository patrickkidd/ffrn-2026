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4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4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4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4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TITLE SLIDE</a:t>
            </a:r>
          </a:p>
          <a:p>
            <a:r>
              <a:rPr sz="4200"/>
              <a:t>"Data, the Future, the Next Generation"</a:t>
            </a:r>
          </a:p>
          <a:p>
            <a:r>
              <a:rPr sz="4200"/>
              <a:t>Presentation 5 of 5. 3:00-3:30 PM. Duration: 30 minutes (followed by 30 min closing Q&amp;A).</a:t>
            </a:r>
          </a:p>
          <a:p>
            <a:r>
              <a:rPr sz="4200"/>
              <a:t>Format: No slides planned originally. Conversational closer. Maybe one or two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THE DAY IN ONE BREATH (3 min)</a:t>
            </a:r>
          </a:p>
          <a:p>
            <a:r>
              <a:rPr sz="4200"/>
              <a:t>No re-teaching. Just name what happened so the audience feels the arc.</a:t>
            </a:r>
          </a:p>
          <a:p>
            <a:r>
              <a:rPr sz="4200"/>
              <a:t>- This morning: the field is broken, and the pattern that keeps it broken is ancient and biological. Not anyone's fault. But recognizable.</a:t>
            </a:r>
          </a:p>
          <a:p>
            <a:r>
              <a:rPr sz="4200"/>
              <a:t>- Then: a minimal framework—four variables—that gives us something to measure and agree on.</a:t>
            </a:r>
          </a:p>
          <a:p>
            <a:r>
              <a:rPr sz="4200"/>
              <a:t>- Then: how to actually research it. Ground truth set by humans, scaled by machines.</a:t>
            </a:r>
          </a:p>
          <a:p>
            <a:r>
              <a:rPr sz="4200"/>
              <a:t>- This afternoon: the tool, live. Laura showed you what it looks like in a real case.</a:t>
            </a:r>
          </a:p>
          <a:p>
            <a:r>
              <a:rPr sz="4200"/>
              <a:t>- Now: what does all of this add up 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WHERE WE ARE RIGHT NOW (3 min)</a:t>
            </a:r>
          </a:p>
          <a:p>
            <a:r>
              <a:rPr sz="4200"/>
              <a:t>Honest inventory. No inflation.</a:t>
            </a:r>
          </a:p>
          <a:p>
            <a:r>
              <a:rPr sz="4200"/>
              <a:t>- A data model (SARF) minimal enough to test and rich enough to capture what matters</a:t>
            </a:r>
          </a:p>
          <a:p>
            <a:r>
              <a:rPr sz="4200"/>
              <a:t>- A research pipeline (IRR → AI) that we built and are using</a:t>
            </a:r>
          </a:p>
          <a:p>
            <a:r>
              <a:rPr sz="4200"/>
              <a:t>- Software tools already in clinicians' hands</a:t>
            </a:r>
          </a:p>
          <a:p>
            <a:r>
              <a:rPr sz="4200"/>
              <a:t>- A small working group of people who showed up</a:t>
            </a:r>
          </a:p>
          <a:p>
            <a:r>
              <a:rPr sz="4200"/>
              <a:t>- Early stage. Real. Functional. None of this is anyone's day job—yet.</a:t>
            </a:r>
          </a:p>
          <a:p>
            <a:r>
              <a:rPr sz="4200"/>
              <a:t>"This is not a pitch deck. This is what exists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WHAT BECOMES POSSIBLE: THE DATA STARTS TO COMPOUND (6 min)</a:t>
            </a:r>
          </a:p>
          <a:p>
            <a:r>
              <a:rPr sz="4200"/>
              <a:t>Right now, every clinician is an island. Their observations die with their caseload.</a:t>
            </a:r>
          </a:p>
          <a:p>
            <a:r>
              <a:rPr sz="4200"/>
              <a:t>With shared variables, observations accumulate across practitioners. Knowledge compounds.</a:t>
            </a:r>
          </a:p>
          <a:p>
            <a:r>
              <a:rPr sz="4200"/>
              <a:t>A trainee in Brazil and a trainee in Alaska evaluate the same case and get comparable results—not because they were taught the same opinions, but because they're looking at the same variables.</a:t>
            </a:r>
          </a:p>
          <a:p/>
          <a:p>
            <a:r>
              <a:rPr sz="4200"/>
              <a:t>THE AI ENTERS ERA 2:</a:t>
            </a:r>
          </a:p>
          <a:p>
            <a:r>
              <a:rPr sz="4200"/>
              <a:t>Era 1: AI learns from humans. That's where we are now.</a:t>
            </a:r>
          </a:p>
          <a:p>
            <a:r>
              <a:rPr sz="4200"/>
              <a:t>Era 2 follows when enough ground truth accumulates: AI finds patterns humans couldn't see. New hypotheses for humans to test.</a:t>
            </a:r>
          </a:p>
          <a:p>
            <a:r>
              <a:rPr sz="4200"/>
              <a:t>The human remains central—setting the standard, correcting the machine, deciding what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THE THINKING SPREADS</a:t>
            </a:r>
          </a:p>
          <a:p>
            <a:r>
              <a:rPr sz="4200"/>
              <a:t>This is the part that excites me most.</a:t>
            </a:r>
          </a:p>
          <a:p>
            <a:r>
              <a:rPr sz="4200"/>
              <a:t>The act of coding a case—sitting down and asking "what shifted, when, and in relation to what?"—changes how you think. Every person in the working group has reported this.</a:t>
            </a:r>
          </a:p>
          <a:p>
            <a:r>
              <a:rPr sz="4200"/>
              <a:t>It's not a one-time insight. It's a practice. The more you do it, the clearer you get about each case.</a:t>
            </a:r>
          </a:p>
          <a:p>
            <a:r>
              <a:rPr sz="4200"/>
              <a:t>A clinician with a clear mental model of the family makes better decisions—what to ask, what to leave alone, when something has shifted.</a:t>
            </a:r>
          </a:p>
          <a:p>
            <a:r>
              <a:rPr sz="4200"/>
              <a:t>A clinician without one is navigating by feel, and feel is unreliable when anxiety is high.</a:t>
            </a:r>
          </a:p>
          <a:p>
            <a:r>
              <a:rPr sz="4200"/>
              <a:t>You don't need software to do it. You need a pencil and a timeline.</a:t>
            </a:r>
          </a:p>
          <a:p>
            <a:r>
              <a:rPr sz="4200"/>
              <a:t>Once you start thinking this way—tracking shifts instead of labeling states—you start seeing process everywhere. In your cases, in your own family, in the news.</a:t>
            </a:r>
          </a:p>
          <a:p>
            <a:r>
              <a:rPr sz="4200"/>
              <a:t>"That's not a technology. That's a way of using your mind."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THE NEXT GENERATION (6 min)</a:t>
            </a:r>
          </a:p>
          <a:p>
            <a:r>
              <a:rPr sz="4200"/>
              <a:t>Deliver on Pres 3's promise: "More on this at day's end."</a:t>
            </a:r>
          </a:p>
          <a:p>
            <a:r>
              <a:rPr sz="4200"/>
              <a:t>You don't have to be an engineer. This work needs people at every level, and most are clinical, not technical.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FOUR WAYS IN</a:t>
            </a:r>
          </a:p>
          <a:p>
            <a:r>
              <a:rPr sz="4200"/>
              <a:t>1. Start with your own thinking: Before your next intake, draw the family. Put dates on the shifts. See what sequence emerges. A whiteboard works. The app just remembers for you.</a:t>
            </a:r>
          </a:p>
          <a:p>
            <a:r>
              <a:rPr sz="4200"/>
              <a:t>2. Use the tools: Pro app available now. Personal app coming—clients generate their own assessment.</a:t>
            </a:r>
          </a:p>
          <a:p>
            <a:r>
              <a:rPr sz="4200"/>
              <a:t>3. Join the seminar: Monthly Zoom. Clinicians using the app, coding cases, sharpening thinking. Not a lecture series. A working group.</a:t>
            </a:r>
          </a:p>
          <a:p>
            <a:r>
              <a:rPr sz="4200"/>
              <a:t>4. Code cases for the IRR study: The study needs trained coders. That's clinicians. You listen to a case, code it using SARF, your coding gets compared to others. This is the ground truth pipeline. You are the humans.</a:t>
            </a:r>
          </a:p>
          <a:p/>
          <a:p>
            <a:r>
              <a:rPr sz="4200"/>
              <a:t>Bring your observations: You see patterns no one else sees. SARF gives you a way to record them so they can be tested. That's how science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CLOSE (2 min)</a:t>
            </a:r>
          </a:p>
          <a:p>
            <a:r>
              <a:rPr sz="4200"/>
              <a:t>Quiet conviction. Long view. The adventure.</a:t>
            </a:r>
          </a:p>
          <a:p>
            <a:r>
              <a:rPr sz="4200"/>
              <a:t>"This morning I told you the field is broken. That's true. But it's not hopeless—it's unmeasured. And unmeasured is fixable."</a:t>
            </a:r>
          </a:p>
          <a:p>
            <a:r>
              <a:rPr sz="4200"/>
              <a:t>"The human brain will not stop trying to understand itself. That's not optimism—that's just what brains do."</a:t>
            </a:r>
          </a:p>
          <a:p>
            <a:r>
              <a:rPr sz="4200"/>
              <a:t>"Everything we talked about today—the data model, the research method, the tools—none of it existed five years ago. All of it exists now. All of it works."</a:t>
            </a:r>
          </a:p>
          <a:p>
            <a:r>
              <a:rPr sz="4200"/>
              <a:t>"The next generation of this work isn't a technology. It's a way of thinking—looking at the family, recording what you see, and letting your observations be tested. You can start that on Monday."</a:t>
            </a:r>
          </a:p>
          <a:p>
            <a:r>
              <a:rPr sz="4200"/>
              <a:t>"Thank you for spending the 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4200"/>
              <a:t>CLOSING SLIDE</a:t>
            </a:r>
          </a:p>
          <a:p>
            <a:r>
              <a:rPr sz="4200"/>
              <a:t>alaskafamilysystems.com</a:t>
            </a:r>
          </a:p>
          <a:p>
            <a:r>
              <a:rPr sz="4200"/>
              <a:t>Dr. Patrick Stinson</a:t>
            </a:r>
          </a:p>
          <a:p/>
          <a:p>
            <a:r>
              <a:rPr sz="4200"/>
              <a:t>RISKS TO WATCH:</a:t>
            </a:r>
          </a:p>
          <a:p>
            <a:r>
              <a:rPr sz="4200"/>
              <a:t>- Redundancy with Pres 3: this version centers on experience of thinking differently, not institutional outcomes</a:t>
            </a:r>
          </a:p>
          <a:p>
            <a:r>
              <a:rPr sz="4200"/>
              <a:t>- Fatigue: 3 PM after a full day. Keep short, no new concepts, emotionally warm, done in 20 min.</a:t>
            </a:r>
          </a:p>
          <a:p>
            <a:r>
              <a:rPr sz="4200"/>
              <a:t>- Pitch-y: tools are secondary to the "start thinking this way" message</a:t>
            </a:r>
          </a:p>
          <a:p>
            <a:r>
              <a:rPr sz="4200"/>
              <a:t>- Too soft: four specific things to do (think, use tools, join seminar, code cases)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Data, the Future,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Generation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 of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all of this add up to?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 in One Breath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54864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broken, and the pattern that keeps it broken is ancient and biological.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framework — four variables — that gives us something to measure.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4864" cy="5486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actually research it. Ground truth set by humans, scaled by machines.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tool, live. Laura showed what it looks like in a real case.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4864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what does all of this add up to?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Right 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188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model (SARF) minimal enough to test, rich enough to capture what matters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92024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202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pipeline (IRR → AI) that we built and are using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65176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432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2651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tools already in clinicians' hands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3383280"/>
            <a:ext cx="54864" cy="5486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747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383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working group of people who showed up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4"/>
          <p:cNvSpPr/>
          <p:nvPr/>
        </p:nvSpPr>
        <p:spPr>
          <a:xfrm>
            <a:off x="100584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pitch deck. This is what exists today.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Starts to Compound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clinician is an island.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die with their caseload.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Shared Variables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accumulate across practitioners.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trainee in Brazil and a trainee in Alaska get comparable results.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60520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Thinking Spreads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coding a case changes how you think.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8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continuously makes you better.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688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with a clear mental model makes better decisions.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089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without one is navigating by feel.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840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don't need software. You need a pencil and a timeline.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be an engineer.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Own Thinking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family. Put dates on the shifts. A whiteboard works.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4068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app available now. Personal app coming — clients generate their own assessment.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26060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260604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Seminar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1732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Zoom. A working group learning to see process by practicing on real cases.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26060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606040"/>
            <a:ext cx="54864" cy="12344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7889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Cases for IRR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44068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needs trained coders. That's clinicians. You are the humans.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observation, recorded clearly enough that someone else can check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isn't hopeless —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unmeasured.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unmeasured is fixable.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517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generation of this work isn't a technology.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way of thinking — looking at the family,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what you see, and letting your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be tested.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start that on Monday.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the day.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alaskafamilysystems.com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Patrick Stinson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Data, the Future, the Next Generation</dc:title>
  <dc:subject>PptxGenJS Presentation</dc:subject>
  <dc:creator>Dr. Patrick Stinson</dc:creator>
  <cp:lastModifiedBy>Dr. Patrick Stinson</cp:lastModifiedBy>
  <cp:revision>1</cp:revision>
  <dcterms:created xsi:type="dcterms:W3CDTF">2026-02-25T02:14:51Z</dcterms:created>
  <dcterms:modified xsi:type="dcterms:W3CDTF">2026-02-25T02:14:51Z</dcterms:modified>
</cp:coreProperties>
</file>
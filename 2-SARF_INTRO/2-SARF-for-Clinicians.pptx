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SARF for Clinicians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Framework for Family-Level Patterns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2 of 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2801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 brings daughter in.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6916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 bites her nails. It's always been there."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asked one question: "When did it start?"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sessions later, the symptom was gone.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How? I'll come back to this.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not "what's wrong with this person,"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what do we actually track?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SARF is the minimum answer to that question.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Pipeline: R → A → 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286000" cy="1463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25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17520" y="1645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0" y="1280160"/>
            <a:ext cx="2286000" cy="1463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325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65760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1645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583680" y="1280160"/>
            <a:ext cx="2286000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325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58368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0" y="3108960"/>
            <a:ext cx="27432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3108960"/>
            <a:ext cx="27432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Functioning — the lever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"what's wrong with this person," ask: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happening in their relationships, and how is that showing up as symptoms?"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73152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645920" y="365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Symptom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brings them in.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Track: up, down, same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73152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645920" y="365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Anxiety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"feeling stressed."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Anxiety = perceived uncertainty + urgency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286000"/>
            <a:ext cx="54864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2860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anxious, people search for anything to reduce uncertainty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76809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880360"/>
            <a:ext cx="54864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880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degrades as anxiety rises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474720"/>
            <a:ext cx="54864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4747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 stops when a "solution" is found — whether the problem is actually solved or not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9319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Track: up, down, same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73152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64592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automatic moves people make toward/away from each other: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Fighting, overt tension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3852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Withdrawal, avoidance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32257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Over/under-functioning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does more, one does less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70662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Child-focus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Anxiety channeled into worry about a kid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09067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Severing contact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47472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Pulling in a third party to stabilize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8404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self</a:t>
            </a:r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taking a position while staying connected (requires higher F)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73152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64592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someone balances emotion and thinking toward their goals.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828800"/>
            <a:ext cx="36576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Ruled by emotion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plan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see forest for trees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828800"/>
            <a:ext cx="36576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2377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pause, think long-term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approach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connected under stress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768096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5661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goal: "Function up."  F buffers the impact of R and A on 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 to the Case: SARF Applied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9377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 Found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(Symptom)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Nail-biting in daughter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(Relationship)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Boyfriend fled → Mother's system destabilized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(Anxiety)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Mother's anxiety spiked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(Symptom)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Daughter's nail-biting started at same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→ A → S. The wind was in the mother's relationship system.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Intervention: Work on mother's F. Two sessions. Symptom gone.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Timeline Method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do intakes. This is about what you're looking for.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15087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00200" y="14630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did the symptom start? Get a date, not a narrative.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21488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happening in relationships at that time?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28803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8346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S, A, and R on a timeline. Do the shifts correlate?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35661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3520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rule out A and R as factors in S?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9319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can't rule out R and A, that's your clinical territory.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Is Going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54864" cy="8686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716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App (Released)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54480" y="16002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SARF variables built in. Timeline + diagram linked. Track cases over time.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28600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2286000"/>
            <a:ext cx="54864" cy="8686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4688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App (In Dev)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554480" y="26974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walks clients through their own timeline and family diagram before first session.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31520" y="338328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1520" y="3383280"/>
            <a:ext cx="54864" cy="8686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661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Study (R&amp;D)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554480" y="3794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domain experts agree on SARF coding? If yes → train AI to auto-code.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symptom is in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system, not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individual.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→ A → 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your next intake: Ask when the symptom started.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was happening in relationships at that time.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R, A, S, and F. See what you find.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SARF for Clinicians</dc:title>
  <dc:subject>PptxGenJS Presentation</dc:subject>
  <dc:creator>Dr. Patrick Stinson</dc:creator>
  <cp:lastModifiedBy>Dr. Patrick Stinson</cp:lastModifiedBy>
  <cp:revision>1</cp:revision>
  <dcterms:created xsi:type="dcterms:W3CDTF">2026-02-25T02:14:50Z</dcterms:created>
  <dcterms:modified xsi:type="dcterms:W3CDTF">2026-02-25T02:14:50Z</dcterms:modified>
</cp:coreProperties>
</file>
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4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4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4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4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4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4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4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4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4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4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4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4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4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TITLE SLIDE</a:t>
            </a:r>
          </a:p>
          <a:p>
            <a:r>
              <a:rPr sz="4200"/>
              <a:t>"SARF for Clinicians: A Minimal Framework for Family-Level Patterns"</a:t>
            </a:r>
          </a:p>
          <a:p>
            <a:r>
              <a:rPr sz="4200"/>
              <a:t>Presentation 2 of 5. Duration: ~25 minutes (leaves 5 min for questions).</a:t>
            </a:r>
          </a:p>
          <a:p>
            <a:r>
              <a:rPr sz="4200"/>
              <a:t>Follows Presentation 1 which covered scientific problems and why measurement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HOOK: A CASE (2 min)</a:t>
            </a:r>
          </a:p>
          <a:p>
            <a:r>
              <a:rPr sz="4200"/>
              <a:t>Mother brings daughter in. "She bites her nails. It's always been there."</a:t>
            </a:r>
          </a:p>
          <a:p>
            <a:r>
              <a:rPr sz="4200"/>
              <a:t>The nursing trainees want to treat the pain—bandage the fingers, maybe anxiety meds.</a:t>
            </a:r>
          </a:p>
          <a:p>
            <a:r>
              <a:rPr sz="4200"/>
              <a:t>I asked one question: "When did it start?"</a:t>
            </a:r>
          </a:p>
          <a:p>
            <a:r>
              <a:rPr sz="4200"/>
              <a:t>Mother: "Well... it was when her boyfriend left."</a:t>
            </a:r>
          </a:p>
          <a:p>
            <a:r>
              <a:rPr sz="4200"/>
              <a:t>Two sessions later, the symptom was gone. Mother forgot it ever existed.</a:t>
            </a:r>
          </a:p>
          <a:p>
            <a:r>
              <a:rPr sz="4200"/>
              <a:t>"How? I'll come back to this."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BRIDGE FROM PRESENTATION 1 (1 min)</a:t>
            </a:r>
          </a:p>
          <a:p>
            <a:r>
              <a:rPr sz="4200"/>
              <a:t>We just talked about why measurement matters and where the field's implicit model breaks down.</a:t>
            </a:r>
          </a:p>
          <a:p>
            <a:r>
              <a:rPr sz="4200"/>
              <a:t>Now the question: if not "what's wrong with this person," then what do we actually track?</a:t>
            </a:r>
          </a:p>
          <a:p>
            <a:r>
              <a:rPr sz="4200"/>
              <a:t>SARF is the minimum answer to that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THE PIPELINE: R → A → S (setup for the four variables)</a:t>
            </a:r>
          </a:p>
          <a:p>
            <a:r>
              <a:rPr sz="4200"/>
              <a:t>Relationship shifts drive Anxiety which drives Symptoms. Functioning is the lever.</a:t>
            </a:r>
          </a:p>
          <a:p>
            <a:r>
              <a:rPr sz="4200"/>
              <a:t>Instead of asking "what's wrong with this person?", ask "what's happening in their relationships, and how is that showing up as symptoms?"</a:t>
            </a:r>
          </a:p>
          <a:p>
            <a:r>
              <a:rPr sz="4200"/>
              <a:t>"Automatic" means driven by an evolutionarily older behavioral model. Not chosen. Not deliberate. Short-term motivated.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S: SYMPTOM</a:t>
            </a:r>
          </a:p>
          <a:p>
            <a:r>
              <a:rPr sz="4200"/>
              <a:t>Whatever brings them in. Mental health, behavioral, emotional, physical.</a:t>
            </a:r>
          </a:p>
          <a:p>
            <a:r>
              <a:rPr sz="4200"/>
              <a:t>Track: up, down,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A: ANXIETY</a:t>
            </a:r>
          </a:p>
          <a:p>
            <a:r>
              <a:rPr sz="4200"/>
              <a:t>NOT "feeling stressed." Anxiety = perceived uncertainty + urgency.</a:t>
            </a:r>
          </a:p>
          <a:p>
            <a:r>
              <a:rPr sz="4200"/>
              <a:t>When anxious, people search for anything to reduce uncertainty.</a:t>
            </a:r>
          </a:p>
          <a:p>
            <a:r>
              <a:rPr sz="4200"/>
              <a:t>Thinking degrades as anxiety rises—they jump topics, contradict themselves, can't answer direct questions.</a:t>
            </a:r>
          </a:p>
          <a:p>
            <a:r>
              <a:rPr sz="4200"/>
              <a:t>The search stops when a "solution" is found—whether the problem is actually solved or not.</a:t>
            </a:r>
          </a:p>
          <a:p>
            <a:r>
              <a:rPr sz="4200"/>
              <a:t>Track: up, down,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R: RELATIONSHIP</a:t>
            </a:r>
          </a:p>
          <a:p>
            <a:r>
              <a:rPr sz="4200"/>
              <a:t>The automatic moves people make toward/away from each other:</a:t>
            </a:r>
          </a:p>
          <a:p>
            <a:r>
              <a:rPr sz="4200"/>
              <a:t>- Conflict: fighting, overt tension</a:t>
            </a:r>
          </a:p>
          <a:p>
            <a:r>
              <a:rPr sz="4200"/>
              <a:t>- Distance: withdrawal, avoidance</a:t>
            </a:r>
          </a:p>
          <a:p>
            <a:r>
              <a:rPr sz="4200"/>
              <a:t>- Over/under-functioning: one does more, one does less</a:t>
            </a:r>
          </a:p>
          <a:p>
            <a:r>
              <a:rPr sz="4200"/>
              <a:t>- Child-focus: anxiety channeled into worry about a kid</a:t>
            </a:r>
          </a:p>
          <a:p>
            <a:r>
              <a:rPr sz="4200"/>
              <a:t>- Cutoff: severing contact</a:t>
            </a:r>
          </a:p>
          <a:p>
            <a:r>
              <a:rPr sz="4200"/>
              <a:t>- Triangle: pulling in a third party to stabilize</a:t>
            </a:r>
          </a:p>
          <a:p>
            <a:r>
              <a:rPr sz="4200"/>
              <a:t>And the sophisticated option:</a:t>
            </a:r>
          </a:p>
          <a:p>
            <a:r>
              <a:rPr sz="4200"/>
              <a:t>- Define self: taking a position while staying connected (requires higher F)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F: FUNCTIONING</a:t>
            </a:r>
          </a:p>
          <a:p>
            <a:r>
              <a:rPr sz="4200"/>
              <a:t>How well someone balances emotion and thinking toward their goals (goals defined at their calmest).</a:t>
            </a:r>
          </a:p>
          <a:p>
            <a:r>
              <a:rPr sz="4200"/>
              <a:t>Low F: ruled by emotion, can't plan, can't see forest for trees.</a:t>
            </a:r>
          </a:p>
          <a:p>
            <a:r>
              <a:rPr sz="4200"/>
              <a:t>High F: can pause, think long-term, update their approach.</a:t>
            </a:r>
          </a:p>
          <a:p>
            <a:r>
              <a:rPr sz="4200"/>
              <a:t>Clinical goal: "function up."</a:t>
            </a:r>
          </a:p>
          <a:p>
            <a:r>
              <a:rPr sz="4200"/>
              <a:t>F is the independent variable—higher F buffers the impact of R and A on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BACK TO THE CASE: SARF APPLIED (5 min)</a:t>
            </a:r>
          </a:p>
          <a:p>
            <a:r>
              <a:rPr sz="4200"/>
              <a:t>S (Symptom): Nail-biting in daughter.</a:t>
            </a:r>
          </a:p>
          <a:p>
            <a:r>
              <a:rPr sz="4200"/>
              <a:t>R (Relationship): Boyfriend fled → Mother's relationship system destabilized.</a:t>
            </a:r>
          </a:p>
          <a:p>
            <a:r>
              <a:rPr sz="4200"/>
              <a:t>A (Anxiety): Mother's anxiety spiked (uncertainty + urgency).</a:t>
            </a:r>
          </a:p>
          <a:p>
            <a:r>
              <a:rPr sz="4200"/>
              <a:t>S (Symptom): Daughter's nail-biting started at the same time.</a:t>
            </a:r>
          </a:p>
          <a:p/>
          <a:p>
            <a:r>
              <a:rPr sz="4200"/>
              <a:t>The standard implicit model: Problem is in the daughter. Locate it. Fix it.</a:t>
            </a:r>
          </a:p>
          <a:p>
            <a:r>
              <a:rPr sz="4200"/>
              <a:t>The SARF model: R → A → S. The mother's relationship shift drove her anxiety, which showed up as symptoms in the daughter.</a:t>
            </a:r>
          </a:p>
          <a:p>
            <a:r>
              <a:rPr sz="4200"/>
              <a:t>Intervention: Work on mother's F (functioning).</a:t>
            </a:r>
          </a:p>
          <a:p>
            <a:r>
              <a:rPr sz="4200"/>
              <a:t>Outcome: Two sessions. Symptom remission. Mother forgot it existed.</a:t>
            </a:r>
          </a:p>
          <a:p/>
          <a:p>
            <a:r>
              <a:rPr sz="4200"/>
              <a:t>The blade of grass: The daughter's nail-biting was like a blade of grass bending in the wind. The wind was in the mother's relationship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THE TIMELINE METHOD: HOW YOU COLLECT THIS (4 min)</a:t>
            </a:r>
          </a:p>
          <a:p>
            <a:r>
              <a:rPr sz="4200"/>
              <a:t>You already do intakes. This is about what you're looking for.</a:t>
            </a:r>
          </a:p>
          <a:p>
            <a:r>
              <a:rPr sz="4200"/>
              <a:t>1. When did the symptom start? Get a date, not a narrative.</a:t>
            </a:r>
          </a:p>
          <a:p>
            <a:r>
              <a:rPr sz="4200"/>
              <a:t>2. What was happening in relationships at that time? Look for R shifts.</a:t>
            </a:r>
          </a:p>
          <a:p>
            <a:r>
              <a:rPr sz="4200"/>
              <a:t>3. Plot S, A, and R on a timeline. Do the shifts correlate?</a:t>
            </a:r>
          </a:p>
          <a:p>
            <a:r>
              <a:rPr sz="4200"/>
              <a:t>4. Rule out: Can you rule out A and R as factors in S? If not, that's your clinical territory.</a:t>
            </a:r>
          </a:p>
          <a:p/>
          <a:p>
            <a:r>
              <a:rPr sz="4200"/>
              <a:t>THE REALITY:</a:t>
            </a:r>
          </a:p>
          <a:p>
            <a:r>
              <a:rPr sz="4200"/>
              <a:t>This usually takes a handful of sessions with a trained person. Not a one-intake exercise.</a:t>
            </a:r>
          </a:p>
          <a:p>
            <a:r>
              <a:rPr sz="4200"/>
              <a:t>It helps—might even be mandatory—for the client to be on board from the start.</a:t>
            </a:r>
          </a:p>
          <a:p>
            <a:r>
              <a:rPr sz="4200"/>
              <a:t>Anxiety impairs the very cognition needed to report accurately. Skilled interviewing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TOOLS: WHERE THIS IS GOING (3 min)</a:t>
            </a:r>
          </a:p>
          <a:p>
            <a:r>
              <a:rPr sz="4200"/>
              <a:t>Family Diagram "Pro" App (released): SARF variables built in, timeline and diagram visualization. Designed for clinicians tracking cases over time.</a:t>
            </a:r>
          </a:p>
          <a:p>
            <a:r>
              <a:rPr sz="4200"/>
              <a:t>"Personal" AI Intake App (in development): AI chatbot walks someone through their own timeline and family diagram. Makes data collection accessible to anyone.</a:t>
            </a:r>
          </a:p>
          <a:p>
            <a:r>
              <a:rPr sz="4200"/>
              <a:t>Inter-Rater Reliability Study (R&amp;D): Can domain experts agree on SARF coding of the same case? If yes → train AI to auto-code. Path from clinical observation to testable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CLOSE (2 min)</a:t>
            </a:r>
          </a:p>
          <a:p>
            <a:r>
              <a:rPr sz="4200"/>
              <a:t>SARF gives us common variables. Common variables let us coordinate. Coordination lets us do real research.</a:t>
            </a:r>
          </a:p>
          <a:p>
            <a:r>
              <a:rPr sz="4200"/>
              <a:t>Real research could finally test whether relationships impact symptoms the way we think they do.</a:t>
            </a:r>
          </a:p>
          <a:p/>
          <a:p>
            <a:r>
              <a:rPr sz="4200"/>
              <a:t>"Before your next intake: Ask when the symptom started. Ask what was happening in relationships at that time. Track R, A, S, and F. See what you find."</a:t>
            </a:r>
          </a:p>
          <a:p/>
          <a:p>
            <a:r>
              <a:rPr sz="4200"/>
              <a:t>BUMPER STICKERS:</a:t>
            </a:r>
          </a:p>
          <a:p>
            <a:r>
              <a:rPr sz="4200"/>
              <a:t>- "The symptom is in the system, not the individual"</a:t>
            </a:r>
          </a:p>
          <a:p>
            <a:r>
              <a:rPr sz="4200"/>
              <a:t>- "Anxiety = perceived uncertainty + urgency"</a:t>
            </a:r>
          </a:p>
          <a:p>
            <a:r>
              <a:rPr sz="4200"/>
              <a:t>- "Function up"</a:t>
            </a:r>
          </a:p>
          <a:p>
            <a:r>
              <a:rPr sz="4200"/>
              <a:t>- "R → A → 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SARF for Clinicians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Framework for Family-Level Patterns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200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2 of 5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2801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Mother brings daughter in.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6916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"She bites her nails. It's always been there."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21488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asked one question: "When did it start?"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sessions later, the symptom was gone.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How? I'll come back to this.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28016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not "what's wrong with this person,"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what do we actually track?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SARF is the minimum answer to that question.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Pipeline: R → A → 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2286000" cy="14630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25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017520" y="16459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0" y="1280160"/>
            <a:ext cx="2286000" cy="14630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325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65760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Anxiety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0" y="16459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583680" y="1280160"/>
            <a:ext cx="2286000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1325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658368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00400" y="3108960"/>
            <a:ext cx="2743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0" y="3108960"/>
            <a:ext cx="27432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3474720" y="32004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Functioning — the lever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31520" y="41148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"what's wrong with this person," ask: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"What's happening in their relationships, and how is that showing up as symptoms?"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731520" cy="6400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645920" y="365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Symptom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brings them in.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182880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840480"/>
            <a:ext cx="7680960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Track: up, down, same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731520" cy="6400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645920" y="365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Anxiety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"feeling stressed."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Anxiety = perceived uncertainty + urgency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768096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2286000"/>
            <a:ext cx="54864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228600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anxious, people search for anything to reduce uncertainty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880360"/>
            <a:ext cx="768096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2880360"/>
            <a:ext cx="54864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28803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Thinking degrades as anxiety rises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3474720"/>
            <a:ext cx="54864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347472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search stops when a "solution" is found — whether the problem is actually solved or not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3931920"/>
            <a:ext cx="7680960" cy="6400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9319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Track: up, down, same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731520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64592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Relationship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automatic moves people make toward/away from each other: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55448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</a:t>
            </a:r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Fighting, overt tension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93852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Withdrawal, avoidance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322576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Over/under-functioning</a:t>
            </a:r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does more, one does less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706624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Child-focus</a:t>
            </a:r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Anxiety channeled into worry about a kid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3090672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Cutoff</a:t>
            </a:r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Severing contact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347472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</a:t>
            </a:r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Pulling in a third party to stabilize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7680960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8404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self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taking a position while staying connected (requires higher F)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731520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64592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Functioning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well someone balances emotion and thinking toward their goals.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3657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828800"/>
            <a:ext cx="36576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965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23774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Ruled by emotion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plan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see forest for trees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828800"/>
            <a:ext cx="3657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828800"/>
            <a:ext cx="36576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965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0" y="23774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pause, think long-term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approach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connected under stress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566160"/>
            <a:ext cx="7680960" cy="6400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5661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Clinical goal: "Function up."  F buffers the impact of R and A on S.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 to the Case: SARF Applied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7680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 Found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(Symptom)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Nail-biting in daughter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(Relationship)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Boyfriend fled → Mother's system destabilized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(Anxiety)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Mother's anxiety spiked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(Symptom)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Daughter's nail-biting started at same 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F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 → A → S. The wind was in the mother's relationship system.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Intervention: Work on mother's F. Two sessions. Symptom gone.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Timeline Method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do intakes. This is about what you're looking for.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0" y="150876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14630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did the symptom start? Get a date, not a narrative.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19456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2148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happening in relationships at that time?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4400" y="288036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28346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S, A, and R on a timeline. Do the shifts correlate?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356616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35204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rule out A and R as factors in S?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931920"/>
            <a:ext cx="7680960" cy="6400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9319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can't rule out R and A, that's your clinical territory.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Is Going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54864" cy="8686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3716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280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App (Released)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554480" y="160020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SARF variables built in. Timeline + diagram linked. Track cases over time.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286000"/>
            <a:ext cx="76809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286000"/>
            <a:ext cx="54864" cy="8686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4688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App (In Dev)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554480" y="269748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 walks clients through their own timeline and family diagram before first session.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3383280"/>
            <a:ext cx="76809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3383280"/>
            <a:ext cx="54864" cy="8686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56616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54480" y="3474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Study (R&amp;D)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55448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domain experts agree on SARF coding? If yes → train AI to auto-code.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symptom is in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system, not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individual.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 → A → 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your next intake: Ask when the symptom started.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what was happening in relationships at that time.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R, A, S, and F. See what you find.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SARF for Clinicians</dc:title>
  <dc:subject>PptxGenJS Presentation</dc:subject>
  <dc:creator>Dr. Patrick Stinson</dc:creator>
  <cp:lastModifiedBy>Dr. Patrick Stinson</cp:lastModifiedBy>
  <cp:revision>1</cp:revision>
  <dcterms:created xsi:type="dcterms:W3CDTF">2026-02-25T02:14:50Z</dcterms:created>
  <dcterms:modified xsi:type="dcterms:W3CDTF">2026-02-25T02:14:50Z</dcterms:modified>
</cp:coreProperties>
</file>